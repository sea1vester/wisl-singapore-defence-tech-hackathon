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5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BCE4D6-5BE9-96F4-5781-952C5AE5E0B9}" name="sylvester lim" initials="sl" userId="929474ac32df807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0"/>
  </p:normalViewPr>
  <p:slideViewPr>
    <p:cSldViewPr snapToGrid="0">
      <p:cViewPr varScale="1">
        <p:scale>
          <a:sx n="126" d="100"/>
          <a:sy n="126" d="100"/>
        </p:scale>
        <p:origin x="232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23F1C3-EBA7-1244-AE12-D9F9DFA007EC}" authorId="{62BCE4D6-5BE9-96F4-5781-952C5AE5E0B9}" created="2026-09-08T16:35:42.7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20" creationId="{00000000-0000-0000-0000-000000000000}"/>
    </ac:deMkLst>
    <p188:txBody>
      <a:bodyPr/>
      <a:lstStyle/>
      <a:p>
        <a:r>
          <a:rPr lang="en-US"/>
          <a:t>is this really a good reason? It can work but weren't we literally pitching the opposite recently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6BCF54-1023-A844-B03D-2BF67FB21ED1}" authorId="{62BCE4D6-5BE9-96F4-5781-952C5AE5E0B9}" created="2026-09-08T16:36:20.5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8" creationId="{00000000-0000-0000-0000-000000000000}"/>
    </ac:deMkLst>
    <p188:txBody>
      <a:bodyPr/>
      <a:lstStyle/>
      <a:p>
        <a:r>
          <a:rPr lang="en-US"/>
          <a:t>Should we add logos/pictures in the arrow diagram
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6A476A-92EF-E94E-B3F1-6C7B040AF066}" authorId="{62BCE4D6-5BE9-96F4-5781-952C5AE5E0B9}" created="2026-09-08T16:36:54.3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spMk id="3" creationId="{00000000-0000-0000-0000-000000000000}"/>
      <ac:txMk cp="44" len="9">
        <ac:context len="55" hash="3496330969"/>
      </ac:txMk>
    </ac:txMkLst>
    <p188:pos x="8046720" y="484094"/>
    <p188:txBody>
      <a:bodyPr/>
      <a:lstStyle/>
      <a:p>
        <a:r>
          <a:rPr lang="en-US"/>
          <a:t>Should we add a pic or another slide of the cesium dashboard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7665" y="1806242"/>
            <a:ext cx="383667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AAAAAA"/>
                </a:solidFill>
                <a:latin typeface="Garet"/>
              </a:rPr>
              <a:t>SINGAPORE DEFENCE TECH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9819" y="5298131"/>
            <a:ext cx="123236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SG" b="1" i="0">
                <a:solidFill>
                  <a:srgbClr val="FFFFFF"/>
                </a:solidFill>
                <a:latin typeface="League Spartan"/>
              </a:rPr>
              <a:t>Team </a:t>
            </a:r>
            <a:r>
              <a:rPr b="1" i="0">
                <a:solidFill>
                  <a:srgbClr val="FFFFFF"/>
                </a:solidFill>
                <a:latin typeface="League Spartan"/>
              </a:rPr>
              <a:t>WISL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9586" y="2321004"/>
            <a:ext cx="5402348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League Spartan" panose="020B0604020202020204" charset="0"/>
              </a:rPr>
              <a:t>A mission-memory layer for cheap drone fleets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01 — 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League Spartan"/>
              </a:rPr>
              <a:t>The honest claim, stated precisely.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  <a:latin typeface="Garet"/>
              </a:rPr>
              <a:t>Robotic failures are valuable data — but only if you can get to it. Today it's trapped in vendor-specific formats, scattered across silos, unreadable without an engineer in the loop. WISL turns transient mission failures into a permanent, queryable institutional record.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063240"/>
            <a:ext cx="4846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1546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Garet"/>
              </a:rPr>
              <a:t>WHAT WISL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•  Real-time tactical advantage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•  Site defense or target engagement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•  A swarm-rescue mid-engagement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3063240"/>
            <a:ext cx="48463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0" y="31546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aret"/>
              </a:rPr>
              <a:t>WHAT WISL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6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Garet"/>
              </a:rPr>
              <a:t>•  A permanent record of every mission failure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Garet"/>
              </a:rPr>
              <a:t>•  Queryable across the whole fleet, one schema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Garet"/>
              </a:rPr>
              <a:t>•  A record no vendor can take away from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02 — WHERE IT PAYS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League Spartan"/>
              </a:rPr>
              <a:t>One quadrant. We're deliberately not chasing the other three.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21284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CHEAP · ONE-OFF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et"/>
              </a:rPr>
              <a:t>Expected losses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01168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41648" y="221284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CHEAP · SYSTEMATIC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51460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aret"/>
              </a:rPr>
              <a:t>WISL's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3063240"/>
            <a:ext cx="27980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Garet"/>
              </a:rPr>
              <a:t>DJI · PX4/Auterion · ArduPilot — batch defect, firmware bug, jamming vulnerability — caught once, fixed across hundreds of units.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2336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22452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EXPENSIVE · ONE-OFF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2628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et"/>
              </a:rPr>
              <a:t>Diagnosable the old 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023360"/>
            <a:ext cx="3200400" cy="201168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41648" y="4224528"/>
            <a:ext cx="2798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EXPENSIVE · SYSTEMATIC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4526280"/>
            <a:ext cx="27980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aret"/>
              </a:rPr>
              <a:t>Rare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ONE-OFF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6126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AAAAAA"/>
                </a:solidFill>
                <a:latin typeface="Garet"/>
              </a:rPr>
              <a:t>SYSTEMATIC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aret"/>
              </a:rPr>
              <a:t>WHY THIS QUADRANT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14600"/>
            <a:ext cx="4206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Losing one $2,000 DJI unit to a random crash is an expected cost of flying at that price. The value shows up when the same failure repeats across a fleet large enough that it will happen again — unless someone writes it down once.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03 / 17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03 — 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League Spartan"/>
              </a:rPr>
              <a:t>The actual pipeline, live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Hash &amp;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Parse &amp;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Canonical L2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488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Physics thresholds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01752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SIGNAL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THRESHOLD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WHY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Battery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≤20% / ≤10%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Low / failsafe band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Altitude step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≥25 m or 20 m/s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Faster than any real climb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Ground speed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120 m/s air · 15 m/s ground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Above brand cruise ceiling → GPS jump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Attitude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≥40° / ≥70°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Past level flight → tumble band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Telemetry gap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≥15 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Dropout, not jitter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04 / 17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04  WHAT WE ACTUALLY 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League Spartan"/>
              </a:rPr>
              <a:t>Counts are files the parsers accept. Demo uses a subset.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DJI CSV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alpha + bravo controller fixtures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Recurring operator_warning. min_flights=2.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4612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PX4 ULOG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recorded .ulg on disk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pytest parse_px4_ulg_to_l1 on the sample ULog.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2+1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ARDUPILOT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DataFlash .bin + MAVLink .tlog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pytest: crash bin, log171.bin, flight.tlog.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58200" y="196596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8200" y="210312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et"/>
              </a:rPr>
              <a:t>6471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8892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VISDRONE DET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108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Garet"/>
              </a:rPr>
              <a:t>6471 train / 548 val stills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044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camera_frame + frame_census on recorded_at.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05 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League Spartan"/>
              </a:rPr>
              <a:t>Upload a raw log</a:t>
            </a:r>
            <a:r>
              <a:rPr lang="en-US" sz="2700" b="1">
                <a:solidFill>
                  <a:srgbClr val="FFFFFF"/>
                </a:solidFill>
                <a:latin typeface="League Spartan"/>
              </a:rPr>
              <a:t>, Transformed into a </a:t>
            </a:r>
            <a:r>
              <a:rPr sz="2700" b="1" i="0">
                <a:solidFill>
                  <a:srgbClr val="FFFFFF"/>
                </a:solidFill>
                <a:latin typeface="League Spartan"/>
              </a:rPr>
              <a:t>Cesium</a:t>
            </a:r>
            <a:r>
              <a:rPr lang="en-US" sz="2700" b="1" i="0">
                <a:solidFill>
                  <a:srgbClr val="FFFFFF"/>
                </a:solidFill>
                <a:latin typeface="League Spartan"/>
              </a:rPr>
              <a:t> dashboard </a:t>
            </a:r>
            <a:endParaRPr sz="2700" b="1" i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6400800" cy="4023360"/>
          </a:xfrm>
          <a:prstGeom prst="rect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CESIUMJS · WGS84 TERRAIN · OSM IMAGERY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et"/>
              </a:rPr>
              <a:t>Two DJI CSVs. Both emit operator_warning.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GPS signal weak on alpha and bravo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5760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GET /v1/incidents/patterns at min_flights=2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2011680"/>
            <a:ext cx="42062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21214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et"/>
              </a:rPr>
              <a:t>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688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Trajectory from /v1/flights/{id}/path on the recorded clock.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3337560"/>
            <a:ext cx="42062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6640" y="34472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et"/>
              </a:rPr>
              <a:t>SIGNATURE RECURS AT 2 FLIGHTS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7947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patterns: flight count, incident count, first/last seen.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4663440"/>
            <a:ext cx="420624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47731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aret"/>
              </a:rPr>
              <a:t>MITIGATION BULLETIN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12064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POST /v1/mitigation-bulletins writes an operator briefing document.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06 / 17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06  FUTURE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League Spartan"/>
              </a:rPr>
              <a:t>Fine-tune is still a dry-run. Landing-zone occupancy is next.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011680"/>
            <a:ext cx="49377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103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  <a:latin typeface="Garet"/>
              </a:rPr>
              <a:t>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aret"/>
              </a:rPr>
              <a:t>VisDrone DET fine-tune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finetune_eval.json is dry_run true. mAP50 is null. YOLOv8n stays COCO-pretrained. No edge weights.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2011680"/>
            <a:ext cx="49377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26480" y="2103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  <a:latin typeface="Garet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231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aret"/>
              </a:rPr>
              <a:t>Landing-zone occupancy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7180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Combine frame_census with altitude from L2. Globe-projected boxes stay out until camera intrinsics exist on the 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07 —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400" b="1" i="0">
                <a:solidFill>
                  <a:srgbClr val="FFFFFF"/>
                </a:solidFill>
                <a:latin typeface="League Spartan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AAAAAA"/>
                </a:solidFill>
                <a:latin typeface="Garet"/>
              </a:rPr>
              <a:t>WISL doesn't need to win the engagement to be valuable — making the next mission better informed is enough.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AAAAAA"/>
                </a:solidFill>
                <a:latin typeface="Garet"/>
              </a:rPr>
              <a:t>WISL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Questions welcome — appendix follows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aret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400" b="1" i="0">
                <a:solidFill>
                  <a:srgbClr val="FFFFFF"/>
                </a:solidFill>
                <a:latin typeface="League Spartan"/>
              </a:rPr>
              <a:t>Backup.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  <a:latin typeface="Garet"/>
              </a:rPr>
              <a:t>Architecture, detection, stack, vision corpus. A3-A5 stay as offline looks, not ingest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5486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A1   System architecture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A2   Detection logic, in full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A3   Dataset — operations log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A4   Dataset — live telemetry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A5   Dataset — DJI warning corpus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A6   Dataset — vision corpus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A7   Stack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AAAAAA"/>
                </a:solidFill>
                <a:latin typeface="Garet"/>
              </a:rPr>
              <a:t>A8   Anticipated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A1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Every hop from upload to bulletin.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424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ENDPOINT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PURPOSE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POST /v1/logs/upload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SHA-256-hashed multipart upload, idempotent on the hash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/v1/logs/{id}/status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received → parsing → normalizing → detecting → ready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/v1/flights/{id}/path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Trajectory for the replay client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/v1/flights/{id}/incidents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Detected incidents for one flight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/v1/incidents/patterns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Signatures recurring across ≥2 flights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GET /v1/mitigation-bulletins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Generated bulletin per recurring signature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POST visuals / GET census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camera_frame store; frame_census on recorded_at for HUD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aret"/>
              </a:rPr>
              <a:t>Canonical schema:  position · attitude · battery · sensors ·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Brand match:  ordered substring scan, DJI → PX4 → ArduPilot → legacy, first hit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A2 — DETECTION LOGIC,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Physics detectors on L2 JSON. Demo signature is operator_warning.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RULE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FIRES AT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AAAAAA"/>
                          </a:solidFill>
                          <a:latin typeface="Garet"/>
                        </a:rPr>
                        <a:t>SEVERITY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battery_low / battery_critical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≤20% / ≤10%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 / 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battery_plunge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≥15 pts drop in 60 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altitude_spike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≥25 m or ≥20 m/s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warning, critical at 2×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gps_jump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≥120 m/s air · ≥15 m/s ground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attitude_shock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≥40° / ≥70° roll or pitch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 / critical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telemetry_gap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≥15 s between samples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warning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9204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Garet"/>
              </a:rPr>
              <a:t>Same-type incidents within 5 s merge. Ground-speed ceiling is the only brand-dependent constant, via identify_brand(). Also: operator_warning from APP.warning; UXO flags mission_incomplete, last_known_position, operator_marked_debris.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A3 — DATASET: OPERATIONS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554 real mission logs, per-flight summaries.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547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COMPLETED FLIGHTS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0 false positives on the battery threshold.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LABELED REAL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4 correctly left unflagged — overweight payload, empty tank, not battery events.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ONE REAL GAP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A flight logged “battery failure” landed with 78% remaining — state-of-charge alone can't catch it.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MALFORMED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Unquoted commas shifted columns — found, not silently ingested.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A4 — DATASET: LIVE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785 real GPS + battery samples, two flights.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CLEAN NOMINAL FLIGHTS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Real lat/lon/altitude/battery% — no synthesis needed.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INCIDENTS RAISED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Correct true-negative — max climb 5 m/s, max speed 15.8 m/s, both inside limits.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gimbal ≠ airframe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CAVEAT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Camera gimbal angle isn't aircraft attitude — mapped yaw only, left roll/pitch unset.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4.58, 4.58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BROKEN FIELD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homeLatitude/homeLongitude is a static placeholder in every sample.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A5 — DATASET: DJI WARNING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1,853 real in-flight messages, 12 DJI models.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683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MATCHED OUR 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37% of real messages hit the existing warning-keyword list.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DJI MODELS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Inspire, Mavic, Phantom, Matrice, Spark, S1000+.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Code: 30183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IMPROVEMENT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Real warnings carry stable numeric codes — more robust than keyword matching, not yet wired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A6  DATASET: VISION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VisDrone2019-DET stills. Fine-tune set. Not VID. Not telemetry.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6471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TRAIN STILLS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VisDrone2019-DET train, 1:1 txt boxes.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548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mAP gate. finetune_eval.json is still dry_run.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1610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TEST-DEV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Hold-out after val. Drop class 0 ignored regions.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103120"/>
            <a:ext cx="24231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224028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aret"/>
              </a:rPr>
              <a:t>camera_frame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880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AAAAA"/>
                </a:solidFill>
                <a:latin typeface="Garet"/>
              </a:rPr>
              <a:t>WHERE IT LANDS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46120"/>
            <a:ext cx="2468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aret"/>
              </a:rPr>
              <a:t>frame_census on recorded_at. HUD cars N · people 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A7 —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No step is cloud-dependent except one.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424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Ingest / API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FastAPI, Redis queue, background worker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Physics detect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stdlib thresholds on L2 JSON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Narrative layer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Self-hosted LLM, schema-validated output, auto-retry on failure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Replay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CesiumJS, WGS84 terrain, OpenStreetMap imagery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Garet"/>
                        </a:rPr>
                        <a:t>Storage / vision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AAAAAA"/>
                          </a:solidFill>
                          <a:latin typeface="Garet"/>
                        </a:rPr>
                        <a:t>SQLite + visuals_dir. Optional YOLOv8n sidecar; frame_census HUD.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/>
            </a:pPr>
            <a:r>
              <a:rPr sz="1300" b="1" i="0">
                <a:solidFill>
                  <a:srgbClr val="AAAAAA"/>
                </a:solidFill>
                <a:latin typeface="Garet"/>
              </a:rPr>
              <a:t>A8 — ANTICIPATED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League Spartan"/>
              </a:rPr>
              <a:t>Questions we expect, answered in advance.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828800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9202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Why thresholds for aircraft health?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Explainable, identical across brands, grounded in published failsafe bands. ML is reserved for ground-object census.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761488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529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Why pivot away from named tactical platforms?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Cheap, large fleets are where a systematic failure actually repeats often enough for a shared record to pay for itself.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694176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785616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What about a raw PX4 ULog or ArduPilot DataFlash file?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51376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Parsers and tests exist on real files in raw_telemetry-datasets/ (3 ULog, 2 DataFlash, 1 tlog).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626864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718304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Is any part of this cloud-dependent?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84064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Only the narrative-summary layer, and that's a self-hosted model, never a cloud API.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559552"/>
            <a:ext cx="1088136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65099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aret"/>
              </a:rPr>
              <a:t>How does the vision layer fit 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1675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  <a:latin typeface="Garet"/>
              </a:rPr>
              <a:t>HUD and census API are wired. VisDrone DET fine-tune has not been run. No onboard detector. No globe-projected boxes.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Garet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1599</Words>
  <Application>Microsoft Macintosh PowerPoint</Application>
  <PresentationFormat>Widescreen</PresentationFormat>
  <Paragraphs>255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Garet</vt:lpstr>
      <vt:lpstr>League Spartan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sylvester lim</cp:lastModifiedBy>
  <cp:revision>1</cp:revision>
  <dcterms:created xsi:type="dcterms:W3CDTF">2013-01-27T09:14:16Z</dcterms:created>
  <dcterms:modified xsi:type="dcterms:W3CDTF">2026-09-09T06:00:24Z</dcterms:modified>
  <cp:category/>
</cp:coreProperties>
</file>