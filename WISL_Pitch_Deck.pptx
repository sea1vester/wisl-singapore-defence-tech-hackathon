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0E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7665" y="1806242"/>
            <a:ext cx="383667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AAAAAA"/>
                </a:solidFill>
                <a:latin typeface="Garet"/>
              </a:rPr>
              <a:t>SINGAPORE DEFENCE TECH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9819" y="5298131"/>
            <a:ext cx="123236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SG" b="1" i="0" dirty="0">
                <a:solidFill>
                  <a:srgbClr val="FFFFFF"/>
                </a:solidFill>
                <a:latin typeface="League Spartan"/>
              </a:rPr>
              <a:t>Team </a:t>
            </a:r>
            <a:r>
              <a:rPr b="1" i="0" dirty="0">
                <a:solidFill>
                  <a:srgbClr val="FFFFFF"/>
                </a:solidFill>
                <a:latin typeface="League Spartan"/>
              </a:rPr>
              <a:t>WISL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9586" y="2321004"/>
            <a:ext cx="5402348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dirty="0">
                <a:solidFill>
                  <a:srgbClr val="FFFFFF"/>
                </a:solidFill>
                <a:latin typeface="League Spartan" panose="020B0604020202020204" charset="0"/>
              </a:rPr>
              <a:t>A mission-memory layer for cheap drone fleets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01 — THE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eague Spartan"/>
              </a:rPr>
              <a:t>The honest claim, stated precisely.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8778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AAAAAA"/>
                </a:solidFill>
                <a:latin typeface="Garet"/>
              </a:rPr>
              <a:t>Robotic failures are valuable data — but only if you can get to it. Today it's trapped in vendor-specific formats, scattered across silos, unreadable without an engineer in the loop. WISL turns transient mission failures into a permanent, queryable institutional record.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3063240"/>
            <a:ext cx="484632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31546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AAAAA"/>
                </a:solidFill>
                <a:latin typeface="Garet"/>
              </a:rPr>
              <a:t>WHAT WISL IS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Real-time tactical advantage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Site defense or target engagement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A swarm-rescue mid-engagement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0" y="3063240"/>
            <a:ext cx="484632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35040" y="31546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aret"/>
              </a:rPr>
              <a:t>WHAT WISL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6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A permanent record of every mission failure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Queryable across the whole fleet, one schema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A record no vendor can take away from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02 — WHERE IT PAYS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League Spartan"/>
              </a:rPr>
              <a:t>One quadrant. We're deliberately not chasing the other three.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221284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CHEAP ·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Expected losses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201168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41648" y="221284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CHEAP · SYSTEMATIC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51460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WISL's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063240"/>
            <a:ext cx="2798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  <a:latin typeface="Garet"/>
              </a:rPr>
              <a:t>DJI · PX4/Auterion · ArduPilot — batch defect, firmware bug, jamming vulnerability — caught once, fixed across hundreds of units.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2336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422452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EXPENSIVE · ONE-OFF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52628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Diagnosable the old 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402336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41648" y="422452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EXPENSIVE · SYSTEMATIC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452628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Rare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ONE-OFF 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6126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AAAAAA"/>
                </a:solidFill>
                <a:latin typeface="Garet"/>
              </a:rPr>
              <a:t>SYSTEMATIC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10312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aret"/>
              </a:rPr>
              <a:t>WHY THIS QUADRANT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514600"/>
            <a:ext cx="42062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Losing one $2,000 DJI unit to a random crash is an expected cost of flying at that price. The value shows up when the same failure repeats across a fleet large enough that it will happen again — unless someone writes it down once.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03 — 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eague Spartan"/>
              </a:rPr>
              <a:t>The actual pipeline, live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Hash &amp; upload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Redis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Parse &amp; 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Canonical L2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Physics thresholds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" y="301752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SIGNAL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THRESHOLD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WHY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≤20% / ≤10%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Low / failsafe band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Altitude step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≥25 m or 20 m/s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Faster than any real climb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Ground speed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120 m/s air · 15 m/s ground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Above brand cruise ceiling → GPS jump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Attitude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≥40° / ≥70°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Past level flight → tumble band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Telemetry gap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≥15 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Dropout, not jitter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04 — VALIDATED, NOT JUST SYNTHETIC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League Spartan"/>
              </a:rPr>
              <a:t>Run against four real datasets this quarter.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554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REAL MISSION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Operations log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0 false positives on 547 completed flights.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4612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785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REAL TELEMETRY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2 flights, live GPS + battery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0 incidents on 2 clean flights, all within limits.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5216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1,853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REAL DJI WARNINGS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12 DJI models, DroneNLP corpus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683 messages matched our warning keywords.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5820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30,836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ANNOTATED CAMERA FRAMES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VisDrone2019-VID, 1.5M+ boxes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Training data secured for the vision layer.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05 — THE DEMO,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League Spartan"/>
              </a:rPr>
              <a:t>Raw log in. 3D reconstruction and a fleet bulletin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6400800" cy="402336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CESIUMJS · WGS84 TERRAIN · OSM IMAGERY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et"/>
              </a:rPr>
              <a:t>Flight path, 10 incidents flagged: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● Critical × 4        ○ Warning ×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2 battery_critical · 2 battery_low · 3 battery_plunge · 3 telemetry_gap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201168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212140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SINGLE 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46888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Trajectory animated from /v1/flights/{id}/path; 10 incidents flagged at their timestamps.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0" y="333756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0" y="344728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SIGNATURE RECURS ≥2 FLIGHTS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79476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Surfaces on /v1/incidents/patterns — flight count, incident count, first/last seen.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06640" y="466344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477316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MITIGATION BULLETIN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12064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Affected flights, what to check, what to brief — a reviewable document, not a firmware push.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06 — WHAT'S NEXT,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League Spartan"/>
              </a:rPr>
              <a:t>Two things we haven't closed yet.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011680"/>
            <a:ext cx="49377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1031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AAAAAA"/>
                </a:solidFill>
                <a:latin typeface="Garet"/>
              </a:rPr>
              <a:t>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Raw binary formats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A real PX4 ULog or ArduPilot DataFlash file carries format idiosyncrasies synthetic data can't surface. The normalizer needs to meet one in the wild.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2011680"/>
            <a:ext cx="49377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26480" y="21031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AAAAAA"/>
                </a:solidFill>
                <a:latin typeface="Garet"/>
              </a:rPr>
              <a:t>IN PROGRESS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231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A vision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9718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30,000+ annotated camera frames are already in hand to train an onboard object detector, feeding the same incident timeline as a stored camera frame.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07 —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400" b="1" i="0">
                <a:solidFill>
                  <a:srgbClr val="FFFFFF"/>
                </a:solidFill>
                <a:latin typeface="League Spartan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AAAAAA"/>
                </a:solidFill>
                <a:latin typeface="Garet"/>
              </a:rPr>
              <a:t>WISL doesn't need to win the engagement to be valuable — making the next mission better informed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AAAAAA"/>
                </a:solidFill>
                <a:latin typeface="Garet"/>
              </a:rPr>
              <a:t>WISL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Questions welcome — appendix follows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et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400" b="1" i="0">
                <a:solidFill>
                  <a:srgbClr val="FFFFFF"/>
                </a:solidFill>
                <a:latin typeface="League Spartan"/>
              </a:rPr>
              <a:t>Backup.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Architecture, detection logic, and the four datasets behind the numbers — kept out of the main pitch, kept ready for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A1   System architecture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A2   Detection logic, in full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A3   Dataset — operations log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A4   Dataset — live telemetry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A5   Dataset — DJI warning corpus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A6   Dataset — vision corpus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A7  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A8   Anticipated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A1 —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Every hop from upload to bulletin.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4241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ENDPOINT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PURPOSE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POST /v1/logs/upload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SHA-256-hashed multipart upload, idempotent on the hash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/v1/logs/{id}/status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received → parsing → normalizing → detecting → ready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/v1/flights/{id}/path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Trajectory for the replay client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/v1/flights/{id}/incidents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Detected incidents for one flight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/v1/incidents/patterns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Signatures recurring across ≥2 flights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/v1/mitigation-bulletins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Generated bulletin per recurring signature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POST /v1/flights/{id}/visuals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Store a screenshot or camera frame against a flight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212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aret"/>
              </a:rPr>
              <a:t>Canonical schema:  position · attitude · battery · sensors ·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Brand match:  ordered substring scan, DJI → PX4 → ArduPilot → legacy, first hit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A2 — DETECTION LOGIC,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Five rules, zero brand-specific code.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RULE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FIRES AT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SEVERITY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battery_low / battery_critical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≤20% / ≤10%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 / 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battery_plunge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≥15 pts drop in 60 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altitude_spike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≥25 m or ≥20 m/s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warning, critical at 2×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gps_jump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≥120 m/s air · ≥15 m/s ground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attitude_shock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≥40° / ≥70° roll or pitch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 / 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telemetry_gap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≥15 s between samples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9204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Adjacent same-type incidents within 5 seconds merge into one. The ground-speed ceiling is the only brand-dependent value — 120 m/s for anything airborne, 15 m/s once identify_brand() tags the source as a ground rig.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A3 — DATASET: OPERATIONS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554 real mission logs, per-flight summaries.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547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COMPLETED FLIGHTS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0 false positives on the battery threshold.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LABELED REAL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4 correctly left unflagged — overweight payload, empty tank, not battery events.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ONE REAL GAP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A flight logged “battery failure” landed with 78% remaining — state-of-charge alone can't catch it.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MALFORMED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Unquoted commas shifted columns — found, not silently ingested.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A4 — DATASET: LIVE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785 real GPS + battery samples, two flights.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CLEAN NOMINAL FLIGHTS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Real lat/lon/altitude/battery% — no synthesis needed.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INCIDENTS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Correct true-negative — max climb 5 m/s, max speed 15.8 m/s, both inside limits.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gimbal ≠ airframe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CAVEAT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Camera gimbal angle isn't aircraft attitude — mapped yaw only, left roll/pitch unset.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4.58, 4.58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BROKEN FIELD FLAGGED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homeLatitude/homeLongitude is a static placeholder in every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A5 — DATASET: DJI WARNING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1,853 real in-flight messages, 12 DJI models.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MATCHED OUR KEYWORDS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37% of real messages hit the existing warning-keyword list.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DJI MODELS 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Inspire, Mavic, Phantom, Matrice, Spark, S1000+.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Code: 30183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IMPROVEMENT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Real warnings carry stable numeric codes — more robust than keyword matching, not yet wired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A6 — DATASET: VISION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VisDrone2019-VID, for the onboard detector.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30,836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ANNOTATED FRAMES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56 train + 17 test-dev sequences, 1344×756.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1.5M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LABELED OBJECTS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Cars, pedestrians, motorbikes, cyclists, from a drone camera.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INTEGRITY 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Every sequence's frame count matches its annotation file, no gaps.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camera_frame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WHERE IT LANDS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Same incident timeline, new visual-record kind, in progress.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A7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No step is cloud-dependent except one.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Ingest / API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FastAPI, Redis queue, background worker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Detection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Pure stdlib Python — no model, no training data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Narrative layer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Self-hosted LLM, schema-validated output, auto-retry on failure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Replay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CesiumJS, WGS84 terrain, OpenStreetMap imagery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Storage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SQLite records, file-based visual asset store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A8 — 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Questions we expect, answered in advance.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9202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Why thresholds, not machine learning?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Explainable, needs no training data, runs identically across brands, and the numbers are grounded in published specs, not guesses.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761488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852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Why pivot away from named tactical platforms?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18688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Cheap, large fleets are where a systematic failure actually repeats often enough for a shared record to pay for itself.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694176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785616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What about a raw PX4 ULog or ArduPilot DataFlash file?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51376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Not yet tested against a real binary log — the one open validation gap, called out on purpose.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626864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718304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Is any part of this cloud-dependent?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84064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Only the narrative-summary layer, and that's a self-hosted model, never a cloud API.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559552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65099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How does the vision layer fit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16752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Same incident timeline, a new camera_frame record — the detector itself isn't wired up yet.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1611</Words>
  <Application>Microsoft Office PowerPoint</Application>
  <PresentationFormat>Widescreen</PresentationFormat>
  <Paragraphs>255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Garet</vt:lpstr>
      <vt:lpstr>League Spartan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Inessa Wong</cp:lastModifiedBy>
  <cp:revision>2</cp:revision>
  <dcterms:created xsi:type="dcterms:W3CDTF">2013-01-27T09:14:16Z</dcterms:created>
  <dcterms:modified xsi:type="dcterms:W3CDTF">2026-09-07T15:36:39Z</dcterms:modified>
  <cp:category/>
</cp:coreProperties>
</file>